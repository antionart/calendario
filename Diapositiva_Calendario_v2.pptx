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DE PRESENTACIÓN</a:t>
            </a:r>
          </a:p>
          <a:p/>
          <a:p>
            <a:r>
              <a:t>Introducción (10 segundos):</a:t>
            </a:r>
          </a:p>
          <a:p>
            <a:r>
              <a:t>- La aplicación Calendario te permite gestionar turnos de forma fácil y rápida.</a:t>
            </a:r>
          </a:p>
          <a:p>
            <a:r>
              <a:t>- Se ejecuta localmente en tu navegador. ¡Acceso inmediato sin configuración!</a:t>
            </a:r>
          </a:p>
          <a:p/>
          <a:p>
            <a:r>
              <a:t>Usuarios (30 segundos):</a:t>
            </a:r>
          </a:p>
          <a:p>
            <a:r>
              <a:t>- Pueden ver la agenda completa, reservar nuevos turnos, modificarlos o cancelarlos.</a:t>
            </a:r>
          </a:p>
          <a:p>
            <a:r>
              <a:t>- Reciben notificaciones automáticas para no olvidar sus citas.</a:t>
            </a:r>
          </a:p>
          <a:p>
            <a:r>
              <a:t>- Interfaz simple y amigable.</a:t>
            </a:r>
          </a:p>
          <a:p/>
          <a:p>
            <a:r>
              <a:t>Administradores (30 segundos):</a:t>
            </a:r>
          </a:p>
          <a:p>
            <a:r>
              <a:t>- Panel completo para gestionar usuarios, roles y horarios.</a:t>
            </a:r>
          </a:p>
          <a:p>
            <a:r>
              <a:t>- Crear turnos manualmente cuando sea necesario.</a:t>
            </a:r>
          </a:p>
          <a:p>
            <a:r>
              <a:t>- Sincronización automática y exportación de reportes.</a:t>
            </a:r>
          </a:p>
          <a:p>
            <a:r>
              <a:t>- Herramientas de control y auditoría.</a:t>
            </a:r>
          </a:p>
          <a:p/>
          <a:p>
            <a:r>
              <a:t>Características (20 segundos):</a:t>
            </a:r>
          </a:p>
          <a:p>
            <a:r>
              <a:t>- Calendario inteligente con múltiples vistas.</a:t>
            </a:r>
          </a:p>
          <a:p>
            <a:r>
              <a:t>- Notificaciones en tiempo real.</a:t>
            </a:r>
          </a:p>
          <a:p>
            <a:r>
              <a:t>- Datos seguros y sincronizados.</a:t>
            </a:r>
          </a:p>
          <a:p>
            <a:r>
              <a:t>- Reportes y estadísticas.</a:t>
            </a:r>
          </a:p>
          <a:p/>
          <a:p>
            <a:r>
              <a:t>Cierre (10 segundos):</a:t>
            </a:r>
          </a:p>
          <a:p>
            <a:r>
              <a:t>- La app está lista para usar sin configuración ni credenciales.</a:t>
            </a:r>
          </a:p>
          <a:p>
            <a:r>
              <a:t>- Invita preguntas y ofrece contacto de 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2828"/>
                </a:solidFill>
              </a:defRPr>
            </a:pPr>
            <a:r>
              <a:t>Cómo usar la Aplicación Calendario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B78D1"/>
          </a:solidFill>
          <a:ln>
            <a:solidFill>
              <a:srgbClr val="0B7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4297680" cy="201168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0B7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B78D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78D1"/>
                </a:solidFill>
              </a:defRPr>
            </a:pPr>
            <a:r>
              <a:t>USUARIOS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023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✓ Acceso inmediato: Abre la app en el navegador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Ver agenda: Consulta turnos por día/semana/mes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Reservar: "Nuevo turno" → fecha, hora, tipo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Editar/Cancelar: Modifica tu turno cuando sea necesario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Notificaciones: Recibe recordatorios y mensajes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188720"/>
            <a:ext cx="4114800" cy="2011680"/>
          </a:xfrm>
          <a:prstGeom prst="roundRect">
            <a:avLst/>
          </a:prstGeom>
          <a:solidFill>
            <a:srgbClr val="E6FAF8"/>
          </a:solidFill>
          <a:ln w="25400">
            <a:solidFill>
              <a:srgbClr val="00A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00A09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417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A09D"/>
                </a:solidFill>
              </a:defRPr>
            </a:pPr>
            <a:r>
              <a:t>ADMINISTRADORES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19"/>
            <a:ext cx="3840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✓ Panel admin: Gestiona usuarios y roles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Horarios: Configura franjas y profesionales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Crear turnos: Asigna turnos manualmente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Sincronizador: Verifica contador tras reinicios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282828"/>
                </a:solidFill>
              </a:defRPr>
            </a:pPr>
            <a:r>
              <a:t>✓ Reportes: Exporta datos a CSV/PDF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2828"/>
                </a:solidFill>
              </a:defRPr>
            </a:pPr>
            <a:r>
              <a:t>Características Principales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18288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6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2828"/>
                </a:solidFill>
              </a:defRPr>
            </a:pPr>
            <a:r>
              <a:t>Calendario Inteligente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Visualiza turnos por día, semana o 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794760"/>
            <a:ext cx="18288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3886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2828"/>
                </a:solidFill>
              </a:defRPr>
            </a:pPr>
            <a:r>
              <a:t>Notificaciones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Recordatorios automáticos de citas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794760"/>
            <a:ext cx="18288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886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2828"/>
                </a:solidFill>
              </a:defRPr>
            </a:pPr>
            <a:r>
              <a:t>Datos Seguros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Información sincronizada en tiempo real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19" y="3794760"/>
            <a:ext cx="18288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39" y="38862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82828"/>
                </a:solidFill>
              </a:defRPr>
            </a:pPr>
            <a:r>
              <a:t>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Exporta estadísticas y listados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💡 Consejo: La app se ejecuta localmente en tu navegador. ¡No requiere configuración adicional! | 📧 Soporte: Contacta al administrador si tienes dudas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