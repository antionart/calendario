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explicar el uso principal del Calendario para usuarios y administradores.</a:t>
            </a:r>
          </a:p>
          <a:p>
            <a:r>
              <a:t>Usuarios:</a:t>
            </a:r>
          </a:p>
          <a:p>
            <a:r>
              <a:t>- Mostrar reservas, edición y cancelación de turnos.</a:t>
            </a:r>
          </a:p>
          <a:p>
            <a:r>
              <a:t>- Recordar las notificaciones y verificar datos.</a:t>
            </a:r>
          </a:p>
          <a:p>
            <a:r>
              <a:t>Administradores:</a:t>
            </a:r>
          </a:p>
          <a:p>
            <a:r>
              <a:t>- Explicar cómo gestionar usuarios, horarios y turnos.</a:t>
            </a:r>
          </a:p>
          <a:p>
            <a:r>
              <a:t>- Mencionar sincronización del contador y exportación de reportes.</a:t>
            </a:r>
          </a:p>
          <a:p>
            <a:r>
              <a:t>Cierre: invitar a usar la app con cuidado y contactar soporte si hay dudas.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Cómo usar la aplicación Calendario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i="1">
                <a:solidFill>
                  <a:srgbClr val="0B78D1"/>
                </a:solidFill>
              </a:defRPr>
            </a:pPr>
            <a:r>
              <a:t>Guía rápida para Usuarios y Administradores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68B7"/>
                </a:solidFill>
              </a:defRPr>
            </a:pPr>
            <a:r>
              <a:t>Usuarios</a:t>
            </a:r>
          </a:p>
          <a:p>
            <a:pPr lvl="1">
              <a:spcAft>
                <a:spcPts val="600"/>
              </a:spcAft>
              <a:defRPr sz="1800"/>
            </a:pPr>
            <a:r>
              <a:t>Acceso: Abra la app en el navegador e inicie sesión con su usuario y contraseña.</a:t>
            </a:r>
          </a:p>
          <a:p>
            <a:pPr lvl="1">
              <a:spcAft>
                <a:spcPts val="600"/>
              </a:spcAft>
              <a:defRPr sz="1800"/>
            </a:pPr>
            <a:r>
              <a:t>Ver agenda: Seleccione “Calendario” para ver turnos por día/semana/mes.</a:t>
            </a:r>
          </a:p>
          <a:p>
            <a:pPr lvl="1">
              <a:spcAft>
                <a:spcPts val="600"/>
              </a:spcAft>
              <a:defRPr sz="1800"/>
            </a:pPr>
            <a:r>
              <a:t>Reservar turno: Click en “Nuevo turno” → elegir fecha, hora, tipo y confirmar.</a:t>
            </a:r>
          </a:p>
          <a:p>
            <a:pPr lvl="1">
              <a:spcAft>
                <a:spcPts val="600"/>
              </a:spcAft>
              <a:defRPr sz="1800"/>
            </a:pPr>
            <a:r>
              <a:t>Modificar/Cancelar: Abrir turno reservado → “Editar” o “Cancelar”.</a:t>
            </a:r>
          </a:p>
          <a:p>
            <a:pPr lvl="1">
              <a:spcAft>
                <a:spcPts val="600"/>
              </a:spcAft>
              <a:defRPr sz="1800"/>
            </a:pPr>
            <a:r>
              <a:t>Notificaciones: Revise la campana para mensajes y recordatorios.</a:t>
            </a:r>
          </a:p>
          <a:p>
            <a:pPr lvl="1">
              <a:spcAft>
                <a:spcPts val="600"/>
              </a:spcAft>
              <a:defRPr sz="1800"/>
            </a:pPr>
            <a:r>
              <a:t>Buenas prácticas: Verifique disponibilidad y confirme datos del paciente.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73736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A09D"/>
                </a:solidFill>
              </a:defRPr>
            </a:pPr>
            <a:r>
              <a:t>Administradores</a:t>
            </a:r>
          </a:p>
          <a:p>
            <a:pPr lvl="1">
              <a:spcAft>
                <a:spcPts val="600"/>
              </a:spcAft>
              <a:defRPr sz="1800"/>
            </a:pPr>
            <a:r>
              <a:t>Panel admin: Iniciar sesión con rol administrador y acceder a “Administración”.</a:t>
            </a:r>
          </a:p>
          <a:p>
            <a:pPr lvl="1">
              <a:spcAft>
                <a:spcPts val="600"/>
              </a:spcAft>
              <a:defRPr sz="1800"/>
            </a:pPr>
            <a:r>
              <a:t>Gestión de usuarios: Crear/editar roles (médico, enfermero, recepción).</a:t>
            </a:r>
          </a:p>
          <a:p>
            <a:pPr lvl="1">
              <a:spcAft>
                <a:spcPts val="600"/>
              </a:spcAft>
              <a:defRPr sz="1800"/>
            </a:pPr>
            <a:r>
              <a:t>Configurar horarios: Definir franjas, turnos por profesional y días hábiles.</a:t>
            </a:r>
          </a:p>
          <a:p>
            <a:pPr lvl="1">
              <a:spcAft>
                <a:spcPts val="600"/>
              </a:spcAft>
              <a:defRPr sz="1800"/>
            </a:pPr>
            <a:r>
              <a:t>Crear/Asignar turnos manualmente: Desde “Turnos” → “Agregar” → asignar profesional.</a:t>
            </a:r>
          </a:p>
          <a:p>
            <a:pPr lvl="1">
              <a:spcAft>
                <a:spcPts val="600"/>
              </a:spcAft>
              <a:defRPr sz="1800"/>
            </a:pPr>
            <a:r>
              <a:t>Sincronizar contador: Usar después de restauraciones o reinicios.</a:t>
            </a:r>
          </a:p>
          <a:p>
            <a:pPr lvl="1">
              <a:spcAft>
                <a:spcPts val="600"/>
              </a:spcAft>
              <a:defRPr sz="1800"/>
            </a:pPr>
            <a:r>
              <a:t>Exportar/reportes: Generar listados diarios y exportar a CSV/PDF.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